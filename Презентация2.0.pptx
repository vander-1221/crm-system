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2" r:id="rId13"/>
    <p:sldId id="270" r:id="rId14"/>
    <p:sldId id="271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19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7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98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7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1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1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30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18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06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AF20C-856C-4FB8-B66D-C380AEE67A1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74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7999" y="946744"/>
            <a:ext cx="6096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 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города Москвы ​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«Колледж малого бизнеса № 4»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48251" y="2240629"/>
            <a:ext cx="649549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Курсовая работа на тему:</a:t>
            </a:r>
            <a:b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ru-RU" b="0" dirty="0" smtClean="0">
              <a:effectLst/>
            </a:endParaRPr>
          </a:p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47999" y="267811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прототипа CRM-платформы для управления клиентским потоком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фитнес-клуба»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552661" y="494322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Работу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выполнил Романов Иван Александрович</a:t>
            </a:r>
            <a:endParaRPr lang="ru-RU" b="0" dirty="0" smtClean="0">
              <a:effectLst/>
            </a:endParaRPr>
          </a:p>
          <a:p>
            <a:pPr algn="r"/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Студент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группы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ИПО-33.23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047999" y="628700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Москва 2025​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02" y="108427"/>
            <a:ext cx="1371791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9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955696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данной работы является создание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веб-ориентированной CRM-системы, позволяющей централизовать учет клиентских абонементов, оптимизировать процедуры планирования тренировок и предоставлять аналитическую информацию о загруженности тренеров.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54218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курсовой работы:</a:t>
            </a:r>
            <a:endParaRPr lang="ru-RU" sz="32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0" dirty="0" smtClean="0">
                <a:effectLst/>
              </a:rPr>
              <a:t/>
            </a:r>
            <a:br>
              <a:rPr lang="ru-RU" sz="3200" b="0" dirty="0" smtClean="0">
                <a:effectLst/>
              </a:rPr>
            </a:b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03" y="4001294"/>
            <a:ext cx="346758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7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курсовой работы: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области и существующих решений в сфере автоматизации фитнес-клубов.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функциональных требований к CRM-платформе и выбор технологического стека для ее реализации.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структуры базы данных и пользовательского интерфейса.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прототипа системы, включающего модули учета клиентов, планирования тренировок и анализа загрузки тренеров.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тестирования и оценка соответствия разработанного решения поставленным требованиям.</a:t>
            </a:r>
          </a:p>
        </p:txBody>
      </p:sp>
    </p:spTree>
    <p:extLst>
      <p:ext uri="{BB962C8B-B14F-4D97-AF65-F5344CB8AC3E}">
        <p14:creationId xmlns:p14="http://schemas.microsoft.com/office/powerpoint/2010/main" val="303089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  <a:endParaRPr lang="ru-RU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7209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управление клиентской базой, контроль сроков действия абонементов и рациональное планирование загрузки тренеров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которые требуют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автоматизации учетных процессов.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408396" y="5963793"/>
            <a:ext cx="1851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0" i="0" u="none" strike="noStrike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база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046472" y="59637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b="0" i="0" u="none" strike="noStrike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загрузки тренеров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1" y="3568997"/>
            <a:ext cx="5039325" cy="223863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25" y="3568997"/>
            <a:ext cx="6176335" cy="22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4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2277" y="1060312"/>
            <a:ext cx="8107019" cy="5638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отладка кода, работа с файлами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PGAdmin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 для работы с базами данных.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информации о клиентах, тренерах, тренировках и пользователях.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Взаимодействие между клиентской и серверной частями, обмен данными в формате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технологии: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основной язык программирования.</a:t>
            </a: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для создания пользовательского интерфейса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стили для красоты интерфейса.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733" y="326213"/>
            <a:ext cx="1085990" cy="108339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964" y="2067955"/>
            <a:ext cx="2341752" cy="86910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502" y="2955444"/>
            <a:ext cx="1534890" cy="156215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28" y="5277678"/>
            <a:ext cx="1618074" cy="126846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583" y="4759768"/>
            <a:ext cx="1609133" cy="131507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369" y="816695"/>
            <a:ext cx="2408291" cy="110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0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427" y="21603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Трехуровневая архитектура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CRM –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1427" y="1541601"/>
            <a:ext cx="4540927" cy="4351338"/>
          </a:xfrm>
        </p:spPr>
        <p:txBody>
          <a:bodyPr>
            <a:normAutofit/>
          </a:bodyPr>
          <a:lstStyle/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Express, REST API</a:t>
            </a: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227" y="1541601"/>
            <a:ext cx="5035356" cy="51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453" y="285612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1365" y="1895199"/>
            <a:ext cx="5880652" cy="3243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базы данных: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клиентов и абонементов.</a:t>
            </a: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тренеров.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тренировок.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учетных записей пользователей.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219" y="472542"/>
            <a:ext cx="4960684" cy="321605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219" y="4012705"/>
            <a:ext cx="4960684" cy="192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7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Запуск сервера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87" y="2733040"/>
            <a:ext cx="9077025" cy="16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6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Регистрация и вход в систему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2230684"/>
            <a:ext cx="4054548" cy="403413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60686"/>
            <a:ext cx="2727001" cy="45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2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Списки, расписания и загрузка тренеров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740" y="1312169"/>
            <a:ext cx="8732520" cy="169647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0" y="3142348"/>
            <a:ext cx="10140319" cy="162667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372" y="4902730"/>
            <a:ext cx="7381253" cy="175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Функционал администратора. Список и редактирование клиентов.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131" y="2123440"/>
            <a:ext cx="10151737" cy="281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9320" y="0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Редактирование и добавление клиента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1" y="1254161"/>
            <a:ext cx="6471919" cy="27552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281" y="4009362"/>
            <a:ext cx="7462519" cy="248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Функционал администратора. Расписание и запись тренировок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73" y="2198688"/>
            <a:ext cx="9258654" cy="240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59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37477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Запись и редактирование тренировки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63040"/>
            <a:ext cx="8255399" cy="25325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89" y="3995555"/>
            <a:ext cx="6672821" cy="269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62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Тестирование. База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311"/>
            <a:ext cx="5038817" cy="11816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52133"/>
            <a:ext cx="5038817" cy="11816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015" y="1854271"/>
            <a:ext cx="4987971" cy="11797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015" y="3752133"/>
            <a:ext cx="5038817" cy="1181688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1239443" y="2774146"/>
            <a:ext cx="9275147" cy="88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+mn-lt"/>
              </a:rPr>
              <a:t>Данные таблицы </a:t>
            </a:r>
            <a:r>
              <a:rPr lang="en-US" sz="2400" dirty="0" smtClean="0">
                <a:latin typeface="+mn-lt"/>
              </a:rPr>
              <a:t>Clients</a:t>
            </a:r>
            <a:endParaRPr lang="ru-RU" sz="2400" dirty="0">
              <a:latin typeface="+mn-lt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239443" y="4741341"/>
            <a:ext cx="9275147" cy="88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+mn-lt"/>
              </a:rPr>
              <a:t>Данные таблицы </a:t>
            </a:r>
            <a:r>
              <a:rPr lang="en-US" sz="2400" dirty="0" smtClean="0">
                <a:latin typeface="+mn-lt"/>
              </a:rPr>
              <a:t>Users</a:t>
            </a:r>
            <a:endParaRPr lang="ru-RU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0896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4550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Достигнуто в курсовой работе: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прототип CRM-платформы для фитнес-клуба, обеспечивающий автоматизацию учета клиентских абонементов, планирования тренировок и анализа загрузки тренеров, соответствующий поставленным требованиям.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на основе веб-технологий (HTML, CSS, JavaScript).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 для взаимодействия с базой данных (Node.js,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REST API).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PostgreSQL для хранения данных клиентов, тренеров, тренировок и учетных записей.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8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30348" y="2639269"/>
            <a:ext cx="654347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5741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343</Words>
  <Application>Microsoft Office PowerPoint</Application>
  <PresentationFormat>Широкоэкранный</PresentationFormat>
  <Paragraphs>66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Задачи курсовой работы:</vt:lpstr>
      <vt:lpstr>Актуальность темы</vt:lpstr>
      <vt:lpstr>Выбор технологий</vt:lpstr>
      <vt:lpstr>Трехуровневая архитектура CRM – системы</vt:lpstr>
      <vt:lpstr>База данных</vt:lpstr>
      <vt:lpstr>Тестирование. Запуск сервера</vt:lpstr>
      <vt:lpstr>Тестирование. Регистрация и вход в систему</vt:lpstr>
      <vt:lpstr>Тестирование. Списки, расписания и загрузка тренеров</vt:lpstr>
      <vt:lpstr>Тестирование. Функционал администратора. Список и редактирование клиентов.</vt:lpstr>
      <vt:lpstr>Тестирование. Редактирование и добавление клиента</vt:lpstr>
      <vt:lpstr>Тестирование. Функционал администратора. Расписание и запись тренировок</vt:lpstr>
      <vt:lpstr>Тестирование. Запись и редактирование тренировки</vt:lpstr>
      <vt:lpstr>Тестирование. База данных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АСER</dc:creator>
  <cp:lastModifiedBy>АСER</cp:lastModifiedBy>
  <cp:revision>24</cp:revision>
  <dcterms:created xsi:type="dcterms:W3CDTF">2026-03-23T12:49:29Z</dcterms:created>
  <dcterms:modified xsi:type="dcterms:W3CDTF">2026-04-01T18:03:27Z</dcterms:modified>
</cp:coreProperties>
</file>