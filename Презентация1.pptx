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191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579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985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7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92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11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91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306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94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184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F20C-856C-4FB8-B66D-C380AEE67A10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06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AF20C-856C-4FB8-B66D-C380AEE67A10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CB796-20F0-407D-8CD3-A05E60A1D0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74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047999" y="946744"/>
            <a:ext cx="6096000" cy="18928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профессиональное 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учреждение города Москвы ​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«Колледж малого бизнеса № 4»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848251" y="2240629"/>
            <a:ext cx="6495495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Курсовая работа на тему:</a:t>
            </a:r>
            <a:b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ru-RU" b="0" dirty="0" smtClean="0">
              <a:effectLst/>
            </a:endParaRPr>
          </a:p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047999" y="267811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прототипа CRM-платформы для управления клиентским потоком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фитнес-клуба»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5552661" y="494322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Работу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выполнил Романов Иван Александрович</a:t>
            </a:r>
            <a:endParaRPr lang="ru-RU" b="0" dirty="0" smtClean="0">
              <a:effectLst/>
            </a:endParaRPr>
          </a:p>
          <a:p>
            <a:pPr algn="r"/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Студент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группы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ИПО-33.23</a:t>
            </a:r>
            <a:endParaRPr lang="ru-RU" b="0" dirty="0" smtClean="0">
              <a:effectLst/>
            </a:endParaRP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047999" y="628700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Москва 2025​</a:t>
            </a:r>
            <a:endParaRPr lang="ru-RU" b="0" dirty="0" smtClean="0">
              <a:effectLst/>
            </a:endParaRP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02" y="108427"/>
            <a:ext cx="1371791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9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9955696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данной работы является создание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веб-ориентированной CRM-системы, позволяющей централизовать учет клиентских абонементов, оптимизировать процедуры планирования тренировок и предоставлять аналитическую информацию о загруженности тренеров.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38200" y="542187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курсовой работы:</a:t>
            </a:r>
            <a:endParaRPr lang="ru-RU" sz="3200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b="0" dirty="0" smtClean="0">
                <a:effectLst/>
              </a:rPr>
              <a:t/>
            </a:r>
            <a:br>
              <a:rPr lang="ru-RU" sz="3200" b="0" dirty="0" smtClean="0">
                <a:effectLst/>
              </a:rPr>
            </a:br>
            <a:endParaRPr lang="ru-RU" sz="3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03" y="4001294"/>
            <a:ext cx="3467584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77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курсовой работы: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предметной области и существующих решений в сфере автоматизации фитнес-клубов.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функциональных требований к CRM-платформе и выбор технологического стека для ее реализации.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структуры базы данных и пользовательского интерфейса.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прототипа системы, включающего модули учета клиентов, планирования тренировок и анализа загрузки тренеров.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тестирования и оценка соответствия разработанного решения поставленным требованиям.</a:t>
            </a:r>
          </a:p>
        </p:txBody>
      </p:sp>
    </p:spTree>
    <p:extLst>
      <p:ext uri="{BB962C8B-B14F-4D97-AF65-F5344CB8AC3E}">
        <p14:creationId xmlns:p14="http://schemas.microsoft.com/office/powerpoint/2010/main" val="303089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Эффективное управление клиентской базой, контроль сроков действия абонементов и рациональное планирование загрузки тренеров требуют автоматизации учетных процессов.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408396" y="5963793"/>
            <a:ext cx="18519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b="0" i="0" u="none" strike="noStrike" dirty="0" smtClean="0">
                <a:solidFill>
                  <a:srgbClr val="000000"/>
                </a:solidFill>
                <a:effectLst/>
              </a:rPr>
              <a:t> </a:t>
            </a:r>
            <a:r>
              <a:rPr lang="ru-RU" dirty="0" smtClean="0">
                <a:solidFill>
                  <a:srgbClr val="000000"/>
                </a:solidFill>
              </a:rPr>
              <a:t>клиентская база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046472" y="596379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5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планирование загрузки тренеров</a:t>
            </a:r>
            <a:endParaRPr lang="ru-RU" b="0" dirty="0" smtClean="0">
              <a:effectLst/>
            </a:endParaRP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01" y="3568997"/>
            <a:ext cx="5039325" cy="223863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525" y="3568997"/>
            <a:ext cx="6176335" cy="223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4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технологий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2277" y="1060312"/>
            <a:ext cx="8107019" cy="56386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разработки: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Studio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отладка кода, работа с файлами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PGAdmin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 для работы с базами данных.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информации о клиентах, тренерах, тренировках и пользователях.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ru-RU" dirty="0"/>
              <a:t>Взаимодействие между клиентской и серверной частями, обмен данными в формате </a:t>
            </a:r>
            <a:r>
              <a:rPr lang="ru-RU" dirty="0" smtClean="0"/>
              <a:t>JSON.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Языки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технологии: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основной язык программирования.</a:t>
            </a:r>
          </a:p>
          <a:p>
            <a:pPr lvl="1"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для создания пользовательского интерфейса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fontAlgn="base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стили для красоты интерфейса.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733" y="326213"/>
            <a:ext cx="1085990" cy="108339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964" y="2067955"/>
            <a:ext cx="2341752" cy="86910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3502" y="2955444"/>
            <a:ext cx="1534890" cy="156215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428" y="5277678"/>
            <a:ext cx="1618074" cy="126846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3583" y="4759768"/>
            <a:ext cx="1609133" cy="131507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2369" y="816695"/>
            <a:ext cx="2408291" cy="110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00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427" y="21603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dirty="0" smtClean="0">
                <a:latin typeface="+mn-lt"/>
                <a:cs typeface="Times New Roman" panose="02020603050405020304" pitchFamily="18" charset="0"/>
              </a:rPr>
              <a:t>Трехуровневая архитектура </a:t>
            </a:r>
            <a:r>
              <a:rPr lang="en-US" sz="3600" dirty="0" smtClean="0">
                <a:latin typeface="+mn-lt"/>
                <a:cs typeface="Times New Roman" panose="02020603050405020304" pitchFamily="18" charset="0"/>
              </a:rPr>
              <a:t>CRM – </a:t>
            </a:r>
            <a:r>
              <a:rPr lang="ru-RU" sz="3600" dirty="0" smtClean="0">
                <a:latin typeface="+mn-lt"/>
                <a:cs typeface="Times New Roman" panose="02020603050405020304" pitchFamily="18" charset="0"/>
              </a:rPr>
              <a:t>системы</a:t>
            </a:r>
            <a:endParaRPr lang="ru-RU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1427" y="1541601"/>
            <a:ext cx="4540927" cy="4351338"/>
          </a:xfrm>
        </p:spPr>
        <p:txBody>
          <a:bodyPr>
            <a:normAutofit/>
          </a:bodyPr>
          <a:lstStyle/>
          <a:p>
            <a:pPr fontAlgn="base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 часть: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Node.js, Express, REST API</a:t>
            </a:r>
          </a:p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227" y="1541601"/>
            <a:ext cx="5035356" cy="515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0453" y="285612"/>
            <a:ext cx="10515600" cy="1325563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База данных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1365" y="1895199"/>
            <a:ext cx="5880652" cy="32433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функции базы данных:</a:t>
            </a:r>
            <a:endParaRPr lang="ru-RU" b="0" dirty="0" smtClean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 клиентов и абонементов.</a:t>
            </a:r>
          </a:p>
          <a:p>
            <a:pPr fontAlgn="base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 тренеров.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данных тренировок.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учетных записей пользователей.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219" y="472542"/>
            <a:ext cx="4960684" cy="321605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219" y="4012705"/>
            <a:ext cx="4960684" cy="192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70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Тестирование</a:t>
            </a:r>
            <a:endParaRPr lang="ru-RU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942545" cy="145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62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Тестирование</a:t>
            </a:r>
            <a:endParaRPr lang="ru-RU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054548" cy="403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29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Тестирование</a:t>
            </a:r>
            <a:endParaRPr lang="ru-RU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874818"/>
            <a:ext cx="10072456" cy="195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0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Тестирование</a:t>
            </a:r>
            <a:endParaRPr lang="ru-RU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2311"/>
            <a:ext cx="5038817" cy="118168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52133"/>
            <a:ext cx="5038817" cy="118168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015" y="1854271"/>
            <a:ext cx="4987971" cy="117972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9015" y="3752133"/>
            <a:ext cx="5038817" cy="1181688"/>
          </a:xfrm>
          <a:prstGeom prst="rect">
            <a:avLst/>
          </a:prstGeom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1239443" y="2774146"/>
            <a:ext cx="9275147" cy="883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 smtClean="0">
                <a:latin typeface="+mn-lt"/>
              </a:rPr>
              <a:t>Данные таблицы </a:t>
            </a:r>
            <a:r>
              <a:rPr lang="en-US" sz="2400" dirty="0" smtClean="0">
                <a:latin typeface="+mn-lt"/>
              </a:rPr>
              <a:t>Clients</a:t>
            </a:r>
            <a:endParaRPr lang="ru-RU" sz="2400" dirty="0">
              <a:latin typeface="+mn-lt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1239443" y="4741341"/>
            <a:ext cx="9275147" cy="883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 smtClean="0">
                <a:latin typeface="+mn-lt"/>
              </a:rPr>
              <a:t>Данные таблицы </a:t>
            </a:r>
            <a:r>
              <a:rPr lang="en-US" sz="2400" dirty="0" smtClean="0">
                <a:latin typeface="+mn-lt"/>
              </a:rPr>
              <a:t>Users</a:t>
            </a:r>
            <a:endParaRPr lang="ru-RU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0896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Заключение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45504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Достигнуто в курсовой работе: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прототип CRM-платформы для фитнес-клуба, обеспечивающий автоматизацию учета клиентских абонементов, планирования тренировок и анализа загрузки тренеров.</a:t>
            </a:r>
          </a:p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Разработано: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 на основе веб-технологий (HTML, CSS, JavaScript).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 часть для взаимодействия с базой данных (Node.js,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REST API).</a:t>
            </a:r>
          </a:p>
          <a:p>
            <a:pPr marL="514350" indent="-514350">
              <a:buAutoNum type="arabicPeriod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PostgreSQL для хранения данных клиентов, тренеров, тренировок и учетных записей.</a:t>
            </a:r>
          </a:p>
          <a:p>
            <a:pPr marL="514350" indent="-514350"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583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30348" y="2639269"/>
            <a:ext cx="654347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 smtClean="0">
                <a:latin typeface="+mn-lt"/>
              </a:rPr>
              <a:t>СПАСИБО ЗА ВНИМАНИЕ!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157413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289</Words>
  <Application>Microsoft Office PowerPoint</Application>
  <PresentationFormat>Широкоэкранный</PresentationFormat>
  <Paragraphs>62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Задачи курсовой работы:</vt:lpstr>
      <vt:lpstr>Актуальность темы</vt:lpstr>
      <vt:lpstr>Выбор технологий</vt:lpstr>
      <vt:lpstr>Трехуровневая архитектура CRM – системы</vt:lpstr>
      <vt:lpstr>База данных</vt:lpstr>
      <vt:lpstr>Тестирование</vt:lpstr>
      <vt:lpstr>Тестирование</vt:lpstr>
      <vt:lpstr>Тестирование</vt:lpstr>
      <vt:lpstr>Тестирование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АСER</dc:creator>
  <cp:lastModifiedBy>АСER</cp:lastModifiedBy>
  <cp:revision>13</cp:revision>
  <dcterms:created xsi:type="dcterms:W3CDTF">2026-03-23T12:49:29Z</dcterms:created>
  <dcterms:modified xsi:type="dcterms:W3CDTF">2026-03-30T13:20:59Z</dcterms:modified>
</cp:coreProperties>
</file>